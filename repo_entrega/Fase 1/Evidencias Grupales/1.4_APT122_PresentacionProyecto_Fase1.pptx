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portada — se presentan los tres integrantes al inicio del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PATRICIA — 0:00 a 1:00. Presentar el problema: fragmentación de la información en el campus, impacto en alumnos y en las oficinas administrativas.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PATRICIA — 1:00 a 2:00. Explicar el objetivo general y los 4 módulos incluidos, y aclarar qué quedó fuera del alcance y por qué.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PATRICIA — 2:00 a 3:00. Recorrer el diagrama de arquitectura y mencionar brevemente las decisiones de seguridad clave.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PATRICIA — 3:00 a 4:00. Mostrar (o describir) el prototipo del mapa 3D funcionando en el tótem, y mencionar el estado de la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PATRICIA — 4:00 a 5:00 (cierre de su bloque). Explicar el flujo de enrolamiento y por qué es seguro (backend como intermediario, sin exponer credenciales admin).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CHRISTOFER — 5:00 a 7:00. Presentar la aplicación de escritorio: qué permite administrar y por qué se eligió Electron.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PABLO — 7:00 a 8:30. Presentar el resto de la interfaz web (directorio, FAQ, trámites) y el trabajo de contenerización con Docker.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PABLO — 8:30 a 9:30. Explicar por qué Scrumban, mostrar el cronograma resumido por fase y recordar los roles del equipo.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— 9:30 a 10:00. Agradecer y quedar disponibles para preguntas del profesor.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394960"/>
            <a:ext cx="12188952" cy="1463040"/>
          </a:xfrm>
          <a:prstGeom prst="rect">
            <a:avLst/>
          </a:prstGeom>
          <a:solidFill>
            <a:srgbClr val="0B1D33"/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0B1D33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4846320"/>
            <a:ext cx="2926080" cy="2926080"/>
          </a:xfrm>
          <a:prstGeom prst="ellipse">
            <a:avLst/>
          </a:prstGeom>
          <a:solidFill>
            <a:srgbClr val="1731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· INGENIERÍA EN INFORMÁTICA · DUOC UC PUENTE ALTO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2024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Tótem Interactivo de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Orientación Estudiantil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Único de Información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5715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Cavieres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5715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Christofer Fuentes Ocaranza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57150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Méndez Contreras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CAVIERES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problema que resolvemos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Duoc UC, la información institucional está fragmentada entre distintas áreas. Los estudiantes no saben qué oficina resuelve cada necesidad, ni cómo ubicar sus salas dentro del campus.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0040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genera pérdida de tiempo para el alumno y congestiona las oficinas de atención con consultas repetitivas de baja complejidad.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4754880" cy="420624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178040" y="19202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Áreas donde hoy se dispersa la información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78040" y="2514600"/>
            <a:ext cx="320040" cy="32004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7804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2496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Financiamiento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78040" y="3291840"/>
            <a:ext cx="320040" cy="32004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7804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32735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 Digitales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178040" y="4069080"/>
            <a:ext cx="320040" cy="32004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178040" y="4069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635240" y="40507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78040" y="4846320"/>
            <a:ext cx="320040" cy="32004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178040" y="4846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4828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de Carrera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Tótem Interactivo de Orientación Estudiantil — Capstone Duoc UC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CAVIERES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y alcance del proyecto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e implementar un tótem interactivo que centralice la orientación estudiantil en un único punto de información.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384048" cy="38404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67004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salas mediante un mapa interactivo 3D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474720"/>
            <a:ext cx="384048" cy="38404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474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4472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Consultar el directorio de coordinadores de carrera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251960"/>
            <a:ext cx="384048" cy="38404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251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22452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preguntas frecuentes sobre trámites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5029200"/>
            <a:ext cx="384048" cy="384048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029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500176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el enrolamiento fotográfico de forma autónoma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0" y="2697480"/>
            <a:ext cx="4297680" cy="265176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6352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Fuera de alcance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635240" y="333756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Pago de TNE (evaluado y descartado)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App móvil (extensión futura opcional)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Tótem Interactivo de Orientación Estudiantil — Capstone Duoc UC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CAVIERES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y stack tecnológico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377440" cy="1188720"/>
          </a:xfrm>
          <a:prstGeom prst="rect">
            <a:avLst/>
          </a:prstGeom>
          <a:solidFill>
            <a:srgbClr val="F7F9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Web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788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JS · Three.js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46120" y="2194560"/>
            <a:ext cx="2377440" cy="1188720"/>
          </a:xfrm>
          <a:prstGeom prst="rect">
            <a:avLst/>
          </a:prstGeom>
          <a:solidFill>
            <a:srgbClr val="F7F9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8328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Escritorio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788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0" y="2194560"/>
            <a:ext cx="2377440" cy="1188720"/>
          </a:xfrm>
          <a:prstGeom prst="rect">
            <a:avLst/>
          </a:prstGeom>
          <a:solidFill>
            <a:srgbClr val="F7F9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8076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5 APIs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2788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NestJS · 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41080" y="2194560"/>
            <a:ext cx="2377440" cy="1188720"/>
          </a:xfrm>
          <a:prstGeom prst="rect">
            <a:avLst/>
          </a:prstGeom>
          <a:solidFill>
            <a:srgbClr val="F7F9FC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78240" y="23317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27889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Prisma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2651760"/>
            <a:ext cx="320040" cy="228600"/>
          </a:xfrm>
          <a:prstGeom prst="rightArrow">
            <a:avLst/>
          </a:prstGeom>
          <a:solidFill>
            <a:srgbClr val="FFC72C"/>
          </a:solidFill>
          <a:ln/>
        </p:spPr>
      </p:sp>
      <p:sp>
        <p:nvSpPr>
          <p:cNvPr id="17" name="Shape 15"/>
          <p:cNvSpPr/>
          <p:nvPr/>
        </p:nvSpPr>
        <p:spPr>
          <a:xfrm>
            <a:off x="5623560" y="2651760"/>
            <a:ext cx="320040" cy="228600"/>
          </a:xfrm>
          <a:prstGeom prst="rightArrow">
            <a:avLst/>
          </a:prstGeom>
          <a:solidFill>
            <a:srgbClr val="FFC72C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0" y="2651760"/>
            <a:ext cx="320040" cy="228600"/>
          </a:xfrm>
          <a:prstGeom prst="rightArrow">
            <a:avLst/>
          </a:prstGeom>
          <a:solidFill>
            <a:srgbClr val="FFC72C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548640" y="37490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el stack usa JavaScript / TypeScript de punta a punta, reduciendo la curva de aprendizaje y el riesgo de errores entre capas.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128016" cy="128016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49884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sin contraseña vía Microsoft Entra ID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120640"/>
            <a:ext cx="128016" cy="128016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68680" y="500176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facial con Google Vision AI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28016" cy="128016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68680" y="5504688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parametrizadas con Prisma (previene inyección SQL)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Tótem Interactivo de Orientación Estudiantil — Capstone Duoc UC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CAVIERES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interactivo 3D y base de datos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920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017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normalizadas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920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3D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4572000" y="3017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interactivo táctil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19202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0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301752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piso ya validado en el tótem real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20624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prototipo del mapa fue validado directamente sobre el hardware del tótem: paredes extruidas en 3D, rotación táctil de cámara y resaltado de sala al seleccionarla.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Tótem Interactivo de Orientación Estudiantil — Capstone Duoc UC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CAVIERES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Enrolamiento fotográfico autónomo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11480" y="2971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Alumno ingresa su correo institucional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0360" y="2377440"/>
            <a:ext cx="32004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8" name="Shape 6"/>
          <p:cNvSpPr/>
          <p:nvPr/>
        </p:nvSpPr>
        <p:spPr>
          <a:xfrm>
            <a:off x="3383280" y="2286000"/>
            <a:ext cx="502920" cy="50292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832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246120" y="2971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Aprueba con un toque en Microsoft Authenticator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0" y="2377440"/>
            <a:ext cx="32004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0" y="2286000"/>
            <a:ext cx="502920" cy="50292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2971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valida el rostro con Google Vision AI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549640" y="2377440"/>
            <a:ext cx="320040" cy="274320"/>
          </a:xfrm>
          <a:prstGeom prst="rightArrow">
            <a:avLst/>
          </a:prstGeom>
          <a:solidFill>
            <a:srgbClr val="CADCFC"/>
          </a:solidFill>
          <a:ln/>
        </p:spPr>
      </p:sp>
      <p:sp>
        <p:nvSpPr>
          <p:cNvPr id="16" name="Shape 14"/>
          <p:cNvSpPr/>
          <p:nvPr/>
        </p:nvSpPr>
        <p:spPr>
          <a:xfrm>
            <a:off x="9052560" y="2286000"/>
            <a:ext cx="502920" cy="50292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5256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915400" y="297180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backend registra el enrolamiento de forma segura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480560"/>
            <a:ext cx="11064240" cy="118872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credenciales del sistema institucional nunca se exponen al tótem: el backend actúa como intermediario, ejecutando solo la acción puntual autorizada.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Tótem Interactivo de Orientación Estudiantil — Capstone Duoc UC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CHRISTOFER FUENTES OCARANZA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Aplicación de escritorio administrativa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construido en Electron, que reutiliza la misma base HTML/JS del tótem, empaquetada como aplicación instalable para el personal autorizado.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10712"/>
            <a:ext cx="146304" cy="14630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32918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salas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146304" cy="14630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85876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coordinadores de carrera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544568"/>
            <a:ext cx="146304" cy="14630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42569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preguntas frecuentes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111496"/>
            <a:ext cx="146304" cy="14630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68680" y="499262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propia del personal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1737360"/>
            <a:ext cx="5120640" cy="4023360"/>
          </a:xfrm>
          <a:prstGeom prst="rect">
            <a:avLst/>
          </a:prstGeom>
          <a:solidFill>
            <a:srgbClr val="13294B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8122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Electron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812280" y="242316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lenguaje que el resto del sistema (JavaScript), conexión directa a las mismas APIs del backend, y control total de la ventana — sin depender de un navegador externo.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Tótem Interactivo de Orientación Estudiantil — Capstone Duoc UC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MÉNDEZ CONTRERAS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Interfaz web y despliegue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212080" cy="17373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39112"/>
            <a:ext cx="457200" cy="4572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0025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 académico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697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 de carrera y canales de contacto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783080"/>
            <a:ext cx="5212080" cy="17373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039112"/>
            <a:ext cx="457200" cy="4572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0" y="20391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0025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frecuentes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26974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Autogestión de dudas comunes sobre trámites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212080" cy="17373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005072"/>
            <a:ext cx="457200" cy="4572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39684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Guía de trámites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4663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 de procesos administrativos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212080" cy="1737360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4005072"/>
            <a:ext cx="457200" cy="457200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0" y="4005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9684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Contenerización Docker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446520" y="46634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docker-compose para desplegar todo el sistema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Tótem Interactivo de Orientación Estudiantil — Capstone Duoc UC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PABLO MÉNDEZ CONTRERAS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y cronograma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Scrumban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86000"/>
            <a:ext cx="5120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Combinación de Scrum (sprints con entregables demostrables) y Kanban (tablero de flujo continuo en Notion).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48640" y="3749040"/>
            <a:ext cx="2377440" cy="685800"/>
          </a:xfrm>
          <a:prstGeom prst="rect">
            <a:avLst/>
          </a:prstGeom>
          <a:solidFill>
            <a:srgbClr val="9BC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37673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S1–S4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08960" y="3749040"/>
            <a:ext cx="6217920" cy="685800"/>
          </a:xfrm>
          <a:prstGeom prst="rect">
            <a:avLst/>
          </a:prstGeom>
          <a:solidFill>
            <a:srgbClr val="FFC72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108960" y="376732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409651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S5–S16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509760" y="3749040"/>
            <a:ext cx="1554480" cy="685800"/>
          </a:xfrm>
          <a:prstGeom prst="rect">
            <a:avLst/>
          </a:prstGeom>
          <a:solidFill>
            <a:srgbClr val="9BC1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76732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509760" y="409651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S17–S18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6344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documentación   ·   Desarrollo técnico completo   ·   Cierre y presentación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303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del equipo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6692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— Dirección, BD, mapa 3D, API de Enrolamiento   ·   Christofer — App de escritorio   ·   Pablo — Interfaz web y Docker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Tótem Interactivo de Orientación Estudiantil — Capstone Duoc UC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-1645920"/>
            <a:ext cx="4114800" cy="4114800"/>
          </a:xfrm>
          <a:prstGeom prst="ellipse">
            <a:avLst/>
          </a:prstGeom>
          <a:solidFill>
            <a:srgbClr val="0B1D33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754880"/>
            <a:ext cx="3291840" cy="3291840"/>
          </a:xfrm>
          <a:prstGeom prst="ellipse">
            <a:avLst/>
          </a:prstGeom>
          <a:solidFill>
            <a:srgbClr val="0B1D3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7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9202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 del proyecto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146304" cy="14630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143000" y="312724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completa de la base de datos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813048"/>
            <a:ext cx="146304" cy="14630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43000" y="369417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Extensión del mapa 3D a todos los pisos del campus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4379976"/>
            <a:ext cx="146304" cy="146304"/>
          </a:xfrm>
          <a:prstGeom prst="ellipse">
            <a:avLst/>
          </a:prstGeom>
          <a:solidFill>
            <a:srgbClr val="FFC72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4261104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integral de los 5 módulos del sistema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53949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7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Gracias.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Patricia Cavieres · Christofer Fuentes Ocaranza · Pablo Méndez Contreras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2026-09-10T13:05:08Z</dcterms:created>
  <dcterms:modified xsi:type="dcterms:W3CDTF">2026-09-10T13:05:08Z</dcterms:modified>
</cp:coreProperties>
</file>